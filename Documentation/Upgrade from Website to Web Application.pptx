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632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720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846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52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42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01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211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4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739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188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155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5551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412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912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138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773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641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A9440A2-AFE6-421D-8F02-A3D61C71A99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F8B58-3A1F-4303-B204-06AD34192A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4757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E6FE-10D9-9125-253F-1DA31541E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Upgrade from ASP.NET Website to ASP.NET Web Application (.NET 4.8)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74607-04E7-FC79-F6A6-2C95647368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Improving Performance, Stability, and Maintainability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9875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3382-93E2-6DB4-A98C-1701253F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Upgrade?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EF1089-8CA5-1960-F2E5-513F91CD50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5217" y="1674674"/>
            <a:ext cx="1071067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stability and reliability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production defects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compile-time checks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releases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predictable builds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long-term maintenance cost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 development standards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support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CI/CD and DevOps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723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13C9A-C8C0-C247-195B-CD7630EE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Business Benefits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ECE0C6-E552-4799-A18F-48D0DBEFF2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14341"/>
            <a:ext cx="1035405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Reduced downtime and runtime failures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Faster onboarding of new developers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Improved delivery confidence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Better control over deployments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Easier audits and compliance</a:t>
            </a:r>
          </a:p>
        </p:txBody>
      </p:sp>
    </p:spTree>
    <p:extLst>
      <p:ext uri="{BB962C8B-B14F-4D97-AF65-F5344CB8AC3E}">
        <p14:creationId xmlns:p14="http://schemas.microsoft.com/office/powerpoint/2010/main" val="1336904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A6C96-8579-C450-AE22-73093B9E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A4057-F173-CB13-CD91-0A691B169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Technical Benefits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887048-53C9-1F99-8730-0551A51C8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38341"/>
            <a:ext cx="10354056" cy="222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Compile-time error detection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Precompiled assemblies improve performance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Strong project structure and architecture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Better debugging and IntelliSense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Cleaner version control (Git / Azure DevOps)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Easier refactoring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4192755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859C8-B166-8677-5109-BC5BFED5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E3BCB-4514-6652-CDBA-5A57EF89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&amp; Maintainability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C4BDB4E-ACBD-0895-1096-13F4A450A4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9912" y="1491141"/>
            <a:ext cx="1016203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separation of: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Layer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Logic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Layered architecture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SOLID principles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Reusable components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 : Ideal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and long-running applications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152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81B89-E8DD-B6C8-63F1-7C94AB6B6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 &amp; DevOps Benefits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D51545-F475-F404-F0CA-868677C36D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56759"/>
            <a:ext cx="995172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DLL output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Predictable builds across environments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Smooth CI/CD pipeline integration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environment-specific issues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Easier rollback and hotfix deployment</a:t>
            </a:r>
          </a:p>
        </p:txBody>
      </p:sp>
    </p:spTree>
    <p:extLst>
      <p:ext uri="{BB962C8B-B14F-4D97-AF65-F5344CB8AC3E}">
        <p14:creationId xmlns:p14="http://schemas.microsoft.com/office/powerpoint/2010/main" val="2388953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F9649-089F-AC49-56C4-90B25B6F9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&amp; Reliability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E95A20-1C3C-E5A8-C90D-A441DD0D3E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0100" y="1607892"/>
            <a:ext cx="10591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Precompiled code → faster startup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runtime compilation surprises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 behavior across servers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memory and resource usage</a:t>
            </a:r>
          </a:p>
        </p:txBody>
      </p:sp>
    </p:spTree>
    <p:extLst>
      <p:ext uri="{BB962C8B-B14F-4D97-AF65-F5344CB8AC3E}">
        <p14:creationId xmlns:p14="http://schemas.microsoft.com/office/powerpoint/2010/main" val="1427956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00B57-CD1C-A126-356F-FD4C74125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&amp; Control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183233-DCA3-9AA7-EA47-0C50DB4FED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84393"/>
            <a:ext cx="399340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source code exposed on server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compilation settings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Easier security patching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misconfiguration risks</a:t>
            </a:r>
          </a:p>
        </p:txBody>
      </p:sp>
    </p:spTree>
    <p:extLst>
      <p:ext uri="{BB962C8B-B14F-4D97-AF65-F5344CB8AC3E}">
        <p14:creationId xmlns:p14="http://schemas.microsoft.com/office/powerpoint/2010/main" val="3332985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0F3E9-D8DB-776C-A143-CD285D201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Table: Website vs Web Application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8CD108-68C4-130C-13E8-FC28394B9B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1633030"/>
              </p:ext>
            </p:extLst>
          </p:nvPr>
        </p:nvGraphicFramePr>
        <p:xfrm>
          <a:off x="838200" y="1989614"/>
          <a:ext cx="10515600" cy="40233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0667312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62626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636392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ASP.NET Website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ASP.NET Web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983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Compilation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Compile-time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84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Error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 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 build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524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Slower startup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 startup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163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Project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.csproj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.csproj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564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Version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131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DLL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281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Debugging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347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Enterprise-ready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006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CI/CD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444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028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802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A6BE9-B682-AB6C-C007-BFA72CCA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FD314-9B75-1C69-02D6-EF1FAF73E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Fewer production bugs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Reduced deployment failures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Predictable release cycles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Easier rollback strategy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Risk is shifted from production to development phase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2628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9D56-3B20-DC3B-3C1D-75DED602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Long-Term Value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F45393-5531-1EE2-7939-C02627C90C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59340"/>
            <a:ext cx="450219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enhancements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Easier migration to: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MVC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API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Microservices (if required later)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Protects existing investment in .NET 4.8</a:t>
            </a:r>
          </a:p>
        </p:txBody>
      </p:sp>
    </p:spTree>
    <p:extLst>
      <p:ext uri="{BB962C8B-B14F-4D97-AF65-F5344CB8AC3E}">
        <p14:creationId xmlns:p14="http://schemas.microsoft.com/office/powerpoint/2010/main" val="2918716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0CE3-F6FC-F6B9-ACE7-2AD6F8BA0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84FFD-4600-70DF-E6DA-663CF4572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Upgrade to ASP.NET Web Application</a:t>
            </a:r>
          </a:p>
          <a:p>
            <a:pPr lvl="1"/>
            <a:r>
              <a:rPr lang="en-US" dirty="0"/>
              <a:t>Best choice for </a:t>
            </a:r>
            <a:r>
              <a:rPr lang="en-US" b="1" dirty="0"/>
              <a:t>enterprise and team-based development</a:t>
            </a:r>
            <a:endParaRPr lang="en-US" dirty="0"/>
          </a:p>
          <a:p>
            <a:pPr lvl="1"/>
            <a:r>
              <a:rPr lang="en-US" dirty="0"/>
              <a:t>Improves performance, security, and maintainability</a:t>
            </a:r>
          </a:p>
          <a:p>
            <a:pPr lvl="1"/>
            <a:r>
              <a:rPr lang="en-US" dirty="0"/>
              <a:t>Reduces operational risk</a:t>
            </a:r>
          </a:p>
          <a:p>
            <a:pPr lvl="1"/>
            <a:r>
              <a:rPr lang="en-US" dirty="0"/>
              <a:t>Supports modern development practices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6001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C45B8-0CD6-02CE-422E-D2A2B2D27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8657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Migrating to ASP.NET Web Application enhances stability, performance, and delivery confidence while reducing long-term maintenance cost.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84131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</TotalTime>
  <Words>378</Words>
  <Application>Microsoft Office PowerPoint</Application>
  <PresentationFormat>Widescreen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Century Gothic</vt:lpstr>
      <vt:lpstr>Courier New</vt:lpstr>
      <vt:lpstr>Wingdings</vt:lpstr>
      <vt:lpstr>Wingdings 3</vt:lpstr>
      <vt:lpstr>Ion</vt:lpstr>
      <vt:lpstr>Upgrade from ASP.NET Website to ASP.NET Web Application (.NET 4.8)</vt:lpstr>
      <vt:lpstr>Why Upgrade? </vt:lpstr>
      <vt:lpstr>Key Business Benefits</vt:lpstr>
      <vt:lpstr>Key Technical Benefits</vt:lpstr>
      <vt:lpstr>Architecture &amp; Maintainability</vt:lpstr>
      <vt:lpstr>Deployment &amp; DevOps Benefits </vt:lpstr>
      <vt:lpstr>Performance &amp; Reliability</vt:lpstr>
      <vt:lpstr>Security &amp; Control</vt:lpstr>
      <vt:lpstr>Comparison Table: Website vs Web Application</vt:lpstr>
      <vt:lpstr>Risk Reduction</vt:lpstr>
      <vt:lpstr>Long-Term Value</vt:lpstr>
      <vt:lpstr>Recommendation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Naresh Babu</dc:creator>
  <cp:lastModifiedBy>G Naresh Babu</cp:lastModifiedBy>
  <cp:revision>33</cp:revision>
  <dcterms:created xsi:type="dcterms:W3CDTF">2026-02-10T14:38:05Z</dcterms:created>
  <dcterms:modified xsi:type="dcterms:W3CDTF">2026-02-10T14:58:29Z</dcterms:modified>
</cp:coreProperties>
</file>